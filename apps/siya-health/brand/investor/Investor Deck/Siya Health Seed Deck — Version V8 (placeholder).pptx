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Simple, honest opener. Practice first — no product theater.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three highlighted boxes. Diagnosis wasn’t the failure — continuity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Operational judgment, built by doing. Avoid ‘India is cheaper’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ITEM: May/Jun/Jul revenue TBD until founder confirms books. Fill REVENUE dict in build_deck_v8.py and rerun. Do not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is the differentiator of this deck. Do not soften the risk; do not skip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three. Tech platform build and B2B/employer partnerships deliberately excluded — not yet decided per SIYA-EXECUTIVE-STATE-2026-08.md. Do not add them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AI hype, no market theater. Proven conversions + regulatory tailwind.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Pattern: every bottleneck became a system. Keep it personal and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stated plainly. Stop talking after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37"/>
                </a:solidFill>
                <a:latin typeface="Helvetica Neue"/>
              </a:rPr>
              <a:t>We started with patients.
Not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570"/>
                </a:solidFill>
                <a:latin typeface="Helvetica Neue"/>
              </a:rPr>
              <a:t>Physician-led ADHD + primary care telehealth.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Four states · CA · TX · PA · 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Siya Health®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The failure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Patients weren’t failing to find care.
Care was failing to follow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Pharmacy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Follow-up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Refill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Life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570"/>
                </a:solidFill>
                <a:latin typeface="Helvetica Neue"/>
              </a:rPr>
              <a:t>Everyone optimizes the first visit.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Care actually breaks down at Pharmacy · Follow-up · Refill.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Siya Health® ·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So we built the missing pieces ourselves.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Physicians  →  Operators  →  Systems builders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Multi-state licensure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83464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CA · TX · PA · FL — providers credentialed and compliant in every state we serve.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490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Offshore clinical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88620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Hired, trained, and QA’d from scratch — scheduling, pharmacy coordination, patient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0060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Standardized provider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93776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Protocols and SOPs shared across all providers and states — care doesn’t depend on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Siya Health® ·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The practice,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031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2,000+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4963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Patients treated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6596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21031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1,000+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4963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ADHD evaluations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2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1546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150+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5478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Recurring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01752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31546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600+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35478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Reviews · 4.8★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2062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4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5994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CA · TX · PA · FL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0690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42062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Cash-flow+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45994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00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Monthly revenue —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965960"/>
            <a:ext cx="40233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0407" y="3458818"/>
            <a:ext cx="336237" cy="102174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3247" y="3184498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3247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9858" y="3518453"/>
            <a:ext cx="336237" cy="962107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2698" y="3244133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2698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Feb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9310" y="3240157"/>
            <a:ext cx="336237" cy="1240403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2150" y="2965837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2150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Mar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58761" y="3186486"/>
            <a:ext cx="336237" cy="129407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1601" y="2912166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1601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Apr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68212" y="2981740"/>
            <a:ext cx="336237" cy="149882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31052" y="270742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57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1052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May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77664" y="2610016"/>
            <a:ext cx="336237" cy="187054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0504" y="2335696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0504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Jun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87115" y="2286000"/>
            <a:ext cx="336237" cy="219456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9955" y="201168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49955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Jul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5349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$ thousands / month · gross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Every one of these patients refined the workflows we run today.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Siya Health® · Confidential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Where we are,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Our growth engine today is founder-led —
and it 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Founder-led relationships and networking — on top of a full clinical load — fill all providers’ panels, not just the founder’s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That is a key-person dependency. We say so plainly.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This round funds clinical capacity and redundancy, so proven acquisition runs without routing every relationship through one person.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Proof + risk + fix — not a disclosure buried in an appendix.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Siya Health® ·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Three things. Nothing speculative.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10607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957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3591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Clinical capacity &amp; redundancy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743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More providers and coverage — directly reduces founder key-person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10607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387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5021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Scale proven 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86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Texas Search converts today. Reproduce the same playbook in California.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80560"/>
            <a:ext cx="10607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817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6451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Working capital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Operate from strength, not desperation.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Siya Health® ·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The playbook is proven.
The environment rewards how we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Texas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743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Search conversions proven — a repeatable acquisition playbook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California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474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Revenue growing — next market for the same playbook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Regulation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2062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Environment rewards protocolized, auditable care over low-touch mills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9377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SOPs, QA, and multi-state compliance already in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Siya Health® ·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We didn’t discover this in a whiteboard session.
We discovered it one patient at a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00400"/>
            <a:ext cx="10607040" cy="17373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47472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A37"/>
                </a:solidFill>
                <a:latin typeface="Helvetica Neue"/>
              </a:rPr>
              <a:t>Physician-led. Board-certified.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A37"/>
                </a:solidFill>
                <a:latin typeface="Helvetica Neue"/>
              </a:rPr>
              <a:t>Built every operational system — scheduling, staffing, training, compliance —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A37"/>
                </a:solidFill>
                <a:latin typeface="Helvetica Neue"/>
              </a:rPr>
              <a:t>before asking for outside capital.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Siya Health®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Helvetica Neue"/>
              </a:rPr>
              <a:t>Years spent learning how to deliver better care.
This round scales what already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F2A37"/>
                </a:solidFill>
                <a:latin typeface="Helvetica Neue"/>
              </a:rPr>
              <a:t>$500,000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Helvetica Neue"/>
              </a:rPr>
              <a:t>Clinical capacity &amp; redundancy · Proven acquisition, next state · 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Siya Health®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